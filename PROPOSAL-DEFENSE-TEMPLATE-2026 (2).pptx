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lacial Indifference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154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95864" y="6910269"/>
            <a:ext cx="2361345" cy="2141685"/>
          </a:xfrm>
          <a:custGeom>
            <a:avLst/>
            <a:gdLst/>
            <a:ahLst/>
            <a:cxnLst/>
            <a:rect l="l" t="t" r="r" b="b"/>
            <a:pathLst>
              <a:path w="2361345" h="2141685">
                <a:moveTo>
                  <a:pt x="0" y="0"/>
                </a:moveTo>
                <a:lnTo>
                  <a:pt x="2361345" y="0"/>
                </a:lnTo>
                <a:lnTo>
                  <a:pt x="2361345" y="2141685"/>
                </a:lnTo>
                <a:lnTo>
                  <a:pt x="0" y="21416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16213" t="-21479" r="-355443" b="-9501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16115486" y="6937436"/>
            <a:ext cx="2032504" cy="2032504"/>
          </a:xfrm>
          <a:custGeom>
            <a:avLst/>
            <a:gdLst/>
            <a:ahLst/>
            <a:cxnLst/>
            <a:rect l="l" t="t" r="r" b="b"/>
            <a:pathLst>
              <a:path w="2032504" h="2032504">
                <a:moveTo>
                  <a:pt x="0" y="0"/>
                </a:moveTo>
                <a:lnTo>
                  <a:pt x="2032504" y="0"/>
                </a:lnTo>
                <a:lnTo>
                  <a:pt x="2032504" y="2032504"/>
                </a:lnTo>
                <a:lnTo>
                  <a:pt x="0" y="2032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8015384" y="8206673"/>
            <a:ext cx="717135" cy="717135"/>
          </a:xfrm>
          <a:custGeom>
            <a:avLst/>
            <a:gdLst/>
            <a:ahLst/>
            <a:cxnLst/>
            <a:rect l="l" t="t" r="r" b="b"/>
            <a:pathLst>
              <a:path w="717135" h="717135">
                <a:moveTo>
                  <a:pt x="0" y="0"/>
                </a:moveTo>
                <a:lnTo>
                  <a:pt x="717135" y="0"/>
                </a:lnTo>
                <a:lnTo>
                  <a:pt x="717135" y="717135"/>
                </a:lnTo>
                <a:lnTo>
                  <a:pt x="0" y="71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8875224" y="8199489"/>
            <a:ext cx="787339" cy="717135"/>
          </a:xfrm>
          <a:custGeom>
            <a:avLst/>
            <a:gdLst/>
            <a:ahLst/>
            <a:cxnLst/>
            <a:rect l="l" t="t" r="r" b="b"/>
            <a:pathLst>
              <a:path w="787339" h="717135">
                <a:moveTo>
                  <a:pt x="0" y="0"/>
                </a:moveTo>
                <a:lnTo>
                  <a:pt x="787339" y="0"/>
                </a:lnTo>
                <a:lnTo>
                  <a:pt x="787339" y="717135"/>
                </a:lnTo>
                <a:lnTo>
                  <a:pt x="0" y="71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9805438" y="8206673"/>
            <a:ext cx="812617" cy="717135"/>
          </a:xfrm>
          <a:custGeom>
            <a:avLst/>
            <a:gdLst/>
            <a:ahLst/>
            <a:cxnLst/>
            <a:rect l="l" t="t" r="r" b="b"/>
            <a:pathLst>
              <a:path w="812617" h="717135">
                <a:moveTo>
                  <a:pt x="0" y="0"/>
                </a:moveTo>
                <a:lnTo>
                  <a:pt x="812617" y="0"/>
                </a:lnTo>
                <a:lnTo>
                  <a:pt x="812617" y="717135"/>
                </a:lnTo>
                <a:lnTo>
                  <a:pt x="0" y="71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10760930" y="8188895"/>
            <a:ext cx="722721" cy="718204"/>
          </a:xfrm>
          <a:custGeom>
            <a:avLst/>
            <a:gdLst/>
            <a:ahLst/>
            <a:cxnLst/>
            <a:rect l="l" t="t" r="r" b="b"/>
            <a:pathLst>
              <a:path w="722721" h="718204">
                <a:moveTo>
                  <a:pt x="0" y="0"/>
                </a:moveTo>
                <a:lnTo>
                  <a:pt x="722721" y="0"/>
                </a:lnTo>
                <a:lnTo>
                  <a:pt x="722721" y="718204"/>
                </a:lnTo>
                <a:lnTo>
                  <a:pt x="0" y="718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11626526" y="8178459"/>
            <a:ext cx="735470" cy="759195"/>
          </a:xfrm>
          <a:custGeom>
            <a:avLst/>
            <a:gdLst/>
            <a:ahLst/>
            <a:cxnLst/>
            <a:rect l="l" t="t" r="r" b="b"/>
            <a:pathLst>
              <a:path w="735470" h="759195">
                <a:moveTo>
                  <a:pt x="0" y="0"/>
                </a:moveTo>
                <a:lnTo>
                  <a:pt x="735470" y="0"/>
                </a:lnTo>
                <a:lnTo>
                  <a:pt x="735470" y="759195"/>
                </a:lnTo>
                <a:lnTo>
                  <a:pt x="0" y="759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12504871" y="8142350"/>
            <a:ext cx="774274" cy="774274"/>
          </a:xfrm>
          <a:custGeom>
            <a:avLst/>
            <a:gdLst/>
            <a:ahLst/>
            <a:cxnLst/>
            <a:rect l="l" t="t" r="r" b="b"/>
            <a:pathLst>
              <a:path w="774274" h="774274">
                <a:moveTo>
                  <a:pt x="0" y="0"/>
                </a:moveTo>
                <a:lnTo>
                  <a:pt x="774273" y="0"/>
                </a:lnTo>
                <a:lnTo>
                  <a:pt x="774273" y="774274"/>
                </a:lnTo>
                <a:lnTo>
                  <a:pt x="0" y="774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>
            <a:off x="13272278" y="8142350"/>
            <a:ext cx="755224" cy="755224"/>
          </a:xfrm>
          <a:custGeom>
            <a:avLst/>
            <a:gdLst/>
            <a:ahLst/>
            <a:cxnLst/>
            <a:rect l="l" t="t" r="r" b="b"/>
            <a:pathLst>
              <a:path w="755224" h="755224">
                <a:moveTo>
                  <a:pt x="0" y="0"/>
                </a:moveTo>
                <a:lnTo>
                  <a:pt x="755224" y="0"/>
                </a:lnTo>
                <a:lnTo>
                  <a:pt x="755224" y="755224"/>
                </a:lnTo>
                <a:lnTo>
                  <a:pt x="0" y="755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0" y="8548531"/>
            <a:ext cx="18268935" cy="2059407"/>
          </a:xfrm>
          <a:custGeom>
            <a:avLst/>
            <a:gdLst/>
            <a:ahLst/>
            <a:cxnLst/>
            <a:rect l="l" t="t" r="r" b="b"/>
            <a:pathLst>
              <a:path w="18268935" h="2059407">
                <a:moveTo>
                  <a:pt x="0" y="0"/>
                </a:moveTo>
                <a:lnTo>
                  <a:pt x="18268935" y="0"/>
                </a:lnTo>
                <a:lnTo>
                  <a:pt x="18268935" y="2059408"/>
                </a:lnTo>
                <a:lnTo>
                  <a:pt x="0" y="2059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103" b="-3103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2" name="Freeform 12"/>
          <p:cNvSpPr/>
          <p:nvPr/>
        </p:nvSpPr>
        <p:spPr>
          <a:xfrm>
            <a:off x="8023961" y="8973313"/>
            <a:ext cx="10247465" cy="1275587"/>
          </a:xfrm>
          <a:custGeom>
            <a:avLst/>
            <a:gdLst/>
            <a:ahLst/>
            <a:cxnLst/>
            <a:rect l="l" t="t" r="r" b="b"/>
            <a:pathLst>
              <a:path w="10247465" h="3138286">
                <a:moveTo>
                  <a:pt x="0" y="0"/>
                </a:moveTo>
                <a:lnTo>
                  <a:pt x="10247466" y="0"/>
                </a:lnTo>
                <a:lnTo>
                  <a:pt x="10247466" y="3138287"/>
                </a:lnTo>
                <a:lnTo>
                  <a:pt x="0" y="3138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3" r="-23125" b="-23209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3" name="TextBox 13"/>
          <p:cNvSpPr txBox="1"/>
          <p:nvPr/>
        </p:nvSpPr>
        <p:spPr>
          <a:xfrm>
            <a:off x="831403" y="8654614"/>
            <a:ext cx="6269581" cy="39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9"/>
              </a:lnSpc>
              <a:spcBef>
                <a:spcPct val="0"/>
              </a:spcBef>
            </a:pPr>
            <a:r>
              <a:rPr lang="en-US" sz="235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RESEARCH TITLE: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86946" y="9305925"/>
            <a:ext cx="2602206" cy="30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15"/>
              </a:lnSpc>
            </a:pPr>
            <a:r>
              <a:rPr lang="en-US" sz="235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RESEARCHERS: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8584" y="9659969"/>
            <a:ext cx="1570168" cy="30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15"/>
              </a:lnSpc>
            </a:pPr>
            <a:r>
              <a:rPr lang="en-US" sz="235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ADVISER: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Glacial Indifference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pnc.edu.ph</dc:title>
  <dc:creator>GIMA</dc:creator>
  <cp:lastModifiedBy>GIMA MONTECILLO</cp:lastModifiedBy>
  <cp:revision>3</cp:revision>
  <dcterms:created xsi:type="dcterms:W3CDTF">2006-08-16T00:00:00Z</dcterms:created>
  <dcterms:modified xsi:type="dcterms:W3CDTF">2026-04-11T04:54:18Z</dcterms:modified>
  <dc:identifier>DAHGg8uSddU</dc:identifier>
</cp:coreProperties>
</file>